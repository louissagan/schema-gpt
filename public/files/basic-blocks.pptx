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基础块检查 / BASIC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0"/>
              </a:spcAft>
              <a:defRPr sz="2200"/>
            </a:pPr>
            <a:r>
              <a:t>一个样例，逐块检查。</a:t>
            </a:r>
          </a:p>
          <a:p>
            <a:pPr>
              <a:spcAft>
                <a:spcPts val="2200"/>
              </a:spcAft>
              <a:defRPr sz="2200"/>
            </a:pPr>
            <a:r>
              <a:t>文字 / 公式 / 引用 / 表格 / 代码 / 图片</a:t>
            </a:r>
          </a:p>
          <a:p>
            <a:pPr>
              <a:spcAft>
                <a:spcPts val="2200"/>
              </a:spcAft>
              <a:defRPr sz="2200"/>
            </a:pPr>
            <a:r>
              <a:t>地图 / 卡片 / 选项 / 图表 / SVG / 文件</a:t>
            </a:r>
          </a:p>
          <a:p>
            <a:pPr>
              <a:spcAft>
                <a:spcPts val="2200"/>
              </a:spcAft>
              <a:defRPr sz="1600"/>
            </a:pPr>
            <a:r>
              <a:t>此单页文件用于验证实际 PowerPoint 下载，不是外部系统生成的交付物。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